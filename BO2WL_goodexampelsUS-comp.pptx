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61" r:id="rId8"/>
    <p:sldId id="262" r:id="rId9"/>
    <p:sldId id="260" r:id="rId10"/>
    <p:sldId id="259" r:id="rId11"/>
    <p:sldId id="263" r:id="rId12"/>
    <p:sldId id="266" r:id="rId13"/>
    <p:sldId id="265" r:id="rId14"/>
    <p:sldId id="264" r:id="rId15"/>
    <p:sldId id="267" r:id="rId16"/>
    <p:sldId id="268" r:id="rId17"/>
    <p:sldId id="269" r:id="rId18"/>
    <p:sldId id="270" r:id="rId19"/>
    <p:sldId id="271" r:id="rId20"/>
    <p:sldId id="273" r:id="rId21"/>
    <p:sldId id="274" r:id="rId22"/>
    <p:sldId id="272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AAF52E-3983-CB40-8B4C-9576DC42F179}" v="54" dt="2025-10-02T14:57:33.4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335"/>
    <p:restoredTop sz="94635"/>
  </p:normalViewPr>
  <p:slideViewPr>
    <p:cSldViewPr snapToGrid="0">
      <p:cViewPr varScale="1">
        <p:scale>
          <a:sx n="116" d="100"/>
          <a:sy n="116" d="100"/>
        </p:scale>
        <p:origin x="20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ABD4D5-791E-98CF-4362-89EF63A3B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FE6891F-0C43-15D4-E108-5B304D8F1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72D09D-3D6A-2936-D2C5-00E21BD30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5250-B60F-6042-A3DB-E13A42DFBDD7}" type="datetimeFigureOut">
              <a:rPr lang="de-DE" smtClean="0"/>
              <a:t>18.11.25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FD7BE0-6F71-BCB7-DD45-7BC71FD83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4BFDF5-F6A0-1A9C-E979-01AA0871F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76629-54F9-924C-8B60-D4DDA5DD56A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9962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1360B2-49AA-E9DE-06FD-227635CCD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4B4A51-A68C-EF43-735C-B0AEBA0E4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E20E14-BD44-CD2B-D17B-B5C156F3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5250-B60F-6042-A3DB-E13A42DFBDD7}" type="datetimeFigureOut">
              <a:rPr lang="de-DE" smtClean="0"/>
              <a:t>18.11.25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5EBDC9-DD53-A287-8627-5C7C21B2D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60561E-A8AE-3BBB-9AD2-3C1A8BEB3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76629-54F9-924C-8B60-D4DDA5DD56A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6785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75E830-3414-55B3-9DD5-6EA5AD9B1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104AF24-0DA5-DC42-FF92-C3B08CD3F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A50693-53F4-21BF-C4D2-F06413124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5250-B60F-6042-A3DB-E13A42DFBDD7}" type="datetimeFigureOut">
              <a:rPr lang="de-DE" smtClean="0"/>
              <a:t>18.11.25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097DFF-D4BB-B270-B79B-B332F6FA1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811474-1017-E9E1-BE0C-35447182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76629-54F9-924C-8B60-D4DDA5DD56A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8761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BCB1AB-051A-2C55-0AF8-A2BD9D248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17B302-AAC1-764B-E2B8-2B02FB3F1A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A508F5B-6131-2FB2-F36B-CBBFB07287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5718149-4BB2-FB2D-8BD6-C5E3230CD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5250-B60F-6042-A3DB-E13A42DFBDD7}" type="datetimeFigureOut">
              <a:rPr lang="de-DE" smtClean="0"/>
              <a:t>18.11.25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1F4B4BC-E541-8A5A-8158-00B6F4FB5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764EBD2-5073-B06B-6259-9EE9340DB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76629-54F9-924C-8B60-D4DDA5DD56A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0567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A91670-7336-001C-7647-7B733C3BC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2AFD854-9910-6736-A6E4-02D577F1D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FA61C1C-3DC6-3E19-4F36-4F7594A0E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475D4D2-DB77-5A9B-8475-D079C264FC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3D019E0-9514-C768-59B8-810FE72E63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03D9584-B71A-247E-BE5A-5C773C2AD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5250-B60F-6042-A3DB-E13A42DFBDD7}" type="datetimeFigureOut">
              <a:rPr lang="de-DE" smtClean="0"/>
              <a:t>18.11.25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679E648-BE58-7AC8-241C-3805E8046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FCC8437-B701-4243-7613-3919D6116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76629-54F9-924C-8B60-D4DDA5DD56A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7895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9DB8ED-7A4D-D00E-5CBB-7DF360EE5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3D78998-0391-6E82-E91C-1CD371533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5250-B60F-6042-A3DB-E13A42DFBDD7}" type="datetimeFigureOut">
              <a:rPr lang="de-DE" smtClean="0"/>
              <a:t>18.11.25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105A307-6433-C78D-1424-96F914498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0E8F831-02EB-5945-4F7D-5601C680D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76629-54F9-924C-8B60-D4DDA5DD56A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0890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DA2571D-507C-4EED-C224-959C4D5B4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5250-B60F-6042-A3DB-E13A42DFBDD7}" type="datetimeFigureOut">
              <a:rPr lang="de-DE" smtClean="0"/>
              <a:t>18.11.25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FFA6920-C01F-20F8-696A-C3A3B172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2A9164C-A26C-2EEE-235F-AE6B0B27F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76629-54F9-924C-8B60-D4DDA5DD56A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2634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0BD8AB-6214-D182-7E0C-930CA5ABD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43A255-D66E-3CB8-DC81-BA3FEC87C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32C5D35-22AB-971B-C5A8-6C12BAD6DC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24ECD4A-B71E-6916-80FD-86B4D92F2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5250-B60F-6042-A3DB-E13A42DFBDD7}" type="datetimeFigureOut">
              <a:rPr lang="de-DE" smtClean="0"/>
              <a:t>18.11.25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82CCD0B-6031-4196-C082-7EB79CBDA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9BE2F0A-C2CE-63B6-0628-AFC6A6A44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76629-54F9-924C-8B60-D4DDA5DD56A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9753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899F0F-3AB0-E10C-A50C-64F021A88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2519220-30A9-3770-1769-D0D1204708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EF02740-2510-7F5E-6660-A80ACCD866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2D1A9AF-8B62-D4B7-A1D0-43B2000D9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5250-B60F-6042-A3DB-E13A42DFBDD7}" type="datetimeFigureOut">
              <a:rPr lang="de-DE" smtClean="0"/>
              <a:t>18.11.25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C14992C-DF70-E3A3-8D21-4747CCCA8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20B0279-0CDB-7CDC-A994-F7672DAC9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76629-54F9-924C-8B60-D4DDA5DD56A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636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66C14F-888C-D489-44F0-03AC08C3C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2314D69-CB23-BB45-A338-6A78761AB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FB063A-3DF9-1756-0A5C-35435F154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5250-B60F-6042-A3DB-E13A42DFBDD7}" type="datetimeFigureOut">
              <a:rPr lang="de-DE" smtClean="0"/>
              <a:t>18.11.25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702E24-67F0-16FE-67DC-B04DC9436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4D150D-CAD1-6291-1CDF-A5958B7B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76629-54F9-924C-8B60-D4DDA5DD56A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6731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1079F67-D28C-5A62-CCEB-B7A965653D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F4416AA-CA8A-D017-518F-BF308D3D5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AA50E1-285D-BB78-AA01-595FC2A7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5250-B60F-6042-A3DB-E13A42DFBDD7}" type="datetimeFigureOut">
              <a:rPr lang="de-DE" smtClean="0"/>
              <a:t>18.11.25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46F91C-320A-0C8A-A9EF-E97FD240B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6B99AA-ABA9-00EC-84FE-914EE974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76629-54F9-924C-8B60-D4DDA5DD56A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7682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BE8D8CB-9803-E219-8C9D-22D8FAD1C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2B01612-13B6-5B57-A0D3-8F1630279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C9B52D-AE60-5F04-8DB7-DCC58BD62F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35250-B60F-6042-A3DB-E13A42DFBDD7}" type="datetimeFigureOut">
              <a:rPr lang="de-DE" smtClean="0"/>
              <a:t>18.11.25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647D1C-F37B-32A5-4B5A-E8B5C0AC79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AA895F-CB0B-DD47-3982-E52B270715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B76629-54F9-924C-8B60-D4DDA5DD56A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9160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BA01B3-D281-AB6B-4C16-5D44081AFF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BO2WL </a:t>
            </a:r>
            <a:r>
              <a:rPr lang="de-DE" dirty="0" err="1"/>
              <a:t>ultrasound</a:t>
            </a:r>
            <a:r>
              <a:rPr lang="de-DE" dirty="0"/>
              <a:t> </a:t>
            </a:r>
            <a:r>
              <a:rPr lang="de-DE" dirty="0" err="1"/>
              <a:t>pictures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13E3C90-DCCB-8B7B-7C70-4327E6169A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22429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597F81-B61E-A652-52BC-BB681EDF9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BO2WL_F_10010_T5_Calf</a:t>
            </a:r>
          </a:p>
        </p:txBody>
      </p:sp>
      <p:pic>
        <p:nvPicPr>
          <p:cNvPr id="12" name="Inhaltsplatzhalter 11" descr="Ein Bild, das Screenshot enthält.&#10;&#10;KI-generierte Inhalte können fehlerhaft sein.">
            <a:extLst>
              <a:ext uri="{FF2B5EF4-FFF2-40B4-BE49-F238E27FC236}">
                <a16:creationId xmlns:a16="http://schemas.microsoft.com/office/drawing/2014/main" id="{5FB55CCA-0D2A-3839-D564-3116E82D0B9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2302479"/>
            <a:ext cx="5181600" cy="3397630"/>
          </a:xfrm>
        </p:spPr>
      </p:pic>
      <p:pic>
        <p:nvPicPr>
          <p:cNvPr id="10" name="Inhaltsplatzhalter 9" descr="Ein Bild, das Screenshot, Multimedia-Software, Grafiksoftware, Text enthält.&#10;&#10;KI-generierte Inhalte können fehlerhaft sein.">
            <a:extLst>
              <a:ext uri="{FF2B5EF4-FFF2-40B4-BE49-F238E27FC236}">
                <a16:creationId xmlns:a16="http://schemas.microsoft.com/office/drawing/2014/main" id="{A74F44F5-97DC-2D5A-BBCB-1361C1CE4C3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302479"/>
            <a:ext cx="5181600" cy="3397630"/>
          </a:xfrm>
        </p:spPr>
      </p:pic>
    </p:spTree>
    <p:extLst>
      <p:ext uri="{BB962C8B-B14F-4D97-AF65-F5344CB8AC3E}">
        <p14:creationId xmlns:p14="http://schemas.microsoft.com/office/powerpoint/2010/main" val="2612554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2012E-BB14-74D1-CBCC-4E99D716F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487B35-5E6F-434D-E402-8AA2B7E4E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BO2WL_F_10020_T5_Calf</a:t>
            </a:r>
          </a:p>
        </p:txBody>
      </p:sp>
      <p:pic>
        <p:nvPicPr>
          <p:cNvPr id="10" name="Inhaltsplatzhalter 9" descr="Ein Bild, das Screenshot, Multimedia-Software, Grafiksoftware enthält.&#10;&#10;KI-generierte Inhalte können fehlerhaft sein.">
            <a:extLst>
              <a:ext uri="{FF2B5EF4-FFF2-40B4-BE49-F238E27FC236}">
                <a16:creationId xmlns:a16="http://schemas.microsoft.com/office/drawing/2014/main" id="{2BAAB035-B89A-D8B6-327D-D48D42F0633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2305266"/>
            <a:ext cx="5181600" cy="3392056"/>
          </a:xfrm>
        </p:spPr>
      </p:pic>
      <p:pic>
        <p:nvPicPr>
          <p:cNvPr id="8" name="Inhaltsplatzhalter 7" descr="Ein Bild, das Screenshot, Multimedia-Software, Grafiksoftware, Bearbeitung enthält.&#10;&#10;KI-generierte Inhalte können fehlerhaft sein.">
            <a:extLst>
              <a:ext uri="{FF2B5EF4-FFF2-40B4-BE49-F238E27FC236}">
                <a16:creationId xmlns:a16="http://schemas.microsoft.com/office/drawing/2014/main" id="{A71EBE1F-812C-3069-0C89-FE6E989C194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304536"/>
            <a:ext cx="5181600" cy="3393515"/>
          </a:xfrm>
        </p:spPr>
      </p:pic>
    </p:spTree>
    <p:extLst>
      <p:ext uri="{BB962C8B-B14F-4D97-AF65-F5344CB8AC3E}">
        <p14:creationId xmlns:p14="http://schemas.microsoft.com/office/powerpoint/2010/main" val="3506514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A5859-EE9C-748D-EF94-C72801A00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E960F7-18A1-5460-D446-27600425E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BO2WL_F_20040_T1_Calf</a:t>
            </a:r>
          </a:p>
        </p:txBody>
      </p:sp>
      <p:pic>
        <p:nvPicPr>
          <p:cNvPr id="12" name="Inhaltsplatzhalter 11" descr="Ein Bild, das Screenshot, medizinische Bildgebung, pränataler Ultraschall enthält.&#10;&#10;KI-generierte Inhalte können fehlerhaft sein.">
            <a:extLst>
              <a:ext uri="{FF2B5EF4-FFF2-40B4-BE49-F238E27FC236}">
                <a16:creationId xmlns:a16="http://schemas.microsoft.com/office/drawing/2014/main" id="{BC281F64-1129-D25E-3CB6-127F8E8A81F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2304607"/>
            <a:ext cx="5181600" cy="3393373"/>
          </a:xfrm>
        </p:spPr>
      </p:pic>
      <p:pic>
        <p:nvPicPr>
          <p:cNvPr id="10" name="Inhaltsplatzhalter 9" descr="Ein Bild, das Screenshot, Grafiksoftware, Multimedia-Software enthält.&#10;&#10;KI-generierte Inhalte können fehlerhaft sein.">
            <a:extLst>
              <a:ext uri="{FF2B5EF4-FFF2-40B4-BE49-F238E27FC236}">
                <a16:creationId xmlns:a16="http://schemas.microsoft.com/office/drawing/2014/main" id="{AACB8FA6-DA71-8AFA-626D-9BED89FB025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302479"/>
            <a:ext cx="5181600" cy="3397630"/>
          </a:xfrm>
        </p:spPr>
      </p:pic>
    </p:spTree>
    <p:extLst>
      <p:ext uri="{BB962C8B-B14F-4D97-AF65-F5344CB8AC3E}">
        <p14:creationId xmlns:p14="http://schemas.microsoft.com/office/powerpoint/2010/main" val="1262479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39896-D1AD-8D76-5055-23161C929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A77150-7B21-3762-015B-678D0576A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BO2WL_F_20050_T1_Calf</a:t>
            </a:r>
          </a:p>
        </p:txBody>
      </p:sp>
      <p:pic>
        <p:nvPicPr>
          <p:cNvPr id="8" name="Inhaltsplatzhalter 7" descr="Ein Bild, das Screenshot, Text enthält.&#10;&#10;KI-generierte Inhalte können fehlerhaft sein.">
            <a:extLst>
              <a:ext uri="{FF2B5EF4-FFF2-40B4-BE49-F238E27FC236}">
                <a16:creationId xmlns:a16="http://schemas.microsoft.com/office/drawing/2014/main" id="{BBF48FAA-0496-968F-DF18-A57FFA9CE95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2302479"/>
            <a:ext cx="5181600" cy="3397630"/>
          </a:xfrm>
        </p:spPr>
      </p:pic>
      <p:pic>
        <p:nvPicPr>
          <p:cNvPr id="6" name="Inhaltsplatzhalter 5" descr="Ein Bild, das Screenshot, Text, Multimedia-Software, Grafiksoftware enthält.&#10;&#10;KI-generierte Inhalte können fehlerhaft sein.">
            <a:extLst>
              <a:ext uri="{FF2B5EF4-FFF2-40B4-BE49-F238E27FC236}">
                <a16:creationId xmlns:a16="http://schemas.microsoft.com/office/drawing/2014/main" id="{82B89A8E-3148-24B8-9077-4ECA36A8D00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303249"/>
            <a:ext cx="5181600" cy="3396089"/>
          </a:xfrm>
        </p:spPr>
      </p:pic>
    </p:spTree>
    <p:extLst>
      <p:ext uri="{BB962C8B-B14F-4D97-AF65-F5344CB8AC3E}">
        <p14:creationId xmlns:p14="http://schemas.microsoft.com/office/powerpoint/2010/main" val="1843069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54D37-A01B-D3F8-AF52-CC581399F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52E273-1405-0091-BF36-AEDCADF33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BO2WL_F_10089_T1_Calf</a:t>
            </a:r>
          </a:p>
        </p:txBody>
      </p:sp>
      <p:pic>
        <p:nvPicPr>
          <p:cNvPr id="8" name="Inhaltsplatzhalter 7" descr="Ein Bild, das Screenshot, Multimedia-Software, Grafiksoftware, Text enthält.&#10;&#10;KI-generierte Inhalte können fehlerhaft sein.">
            <a:extLst>
              <a:ext uri="{FF2B5EF4-FFF2-40B4-BE49-F238E27FC236}">
                <a16:creationId xmlns:a16="http://schemas.microsoft.com/office/drawing/2014/main" id="{D84F68FE-CFA2-100C-E4FA-3F6052886B0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2305266"/>
            <a:ext cx="5181600" cy="3392056"/>
          </a:xfrm>
        </p:spPr>
      </p:pic>
      <p:pic>
        <p:nvPicPr>
          <p:cNvPr id="6" name="Inhaltsplatzhalter 5" descr="Ein Bild, das Screenshot, Text, Multimedia-Software, Grafiksoftware enthält.&#10;&#10;KI-generierte Inhalte können fehlerhaft sein.">
            <a:extLst>
              <a:ext uri="{FF2B5EF4-FFF2-40B4-BE49-F238E27FC236}">
                <a16:creationId xmlns:a16="http://schemas.microsoft.com/office/drawing/2014/main" id="{94B80B3B-BB4F-7DC9-32FB-191B9B4F354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302479"/>
            <a:ext cx="5181600" cy="3397630"/>
          </a:xfrm>
        </p:spPr>
      </p:pic>
    </p:spTree>
    <p:extLst>
      <p:ext uri="{BB962C8B-B14F-4D97-AF65-F5344CB8AC3E}">
        <p14:creationId xmlns:p14="http://schemas.microsoft.com/office/powerpoint/2010/main" val="675254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2FEEF-69A3-E95A-6BAA-5A182D01A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E80A79-14AA-34B7-7E1C-9979AFA87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BO2WL_M_10024_T0_Calf</a:t>
            </a:r>
          </a:p>
        </p:txBody>
      </p:sp>
      <p:pic>
        <p:nvPicPr>
          <p:cNvPr id="8" name="Inhaltsplatzhalter 7" descr="Ein Bild, das Text, Screenshot, Multimedia-Software, Grafiksoftware enthält.&#10;&#10;KI-generierte Inhalte können fehlerhaft sein.">
            <a:extLst>
              <a:ext uri="{FF2B5EF4-FFF2-40B4-BE49-F238E27FC236}">
                <a16:creationId xmlns:a16="http://schemas.microsoft.com/office/drawing/2014/main" id="{08DC11D8-B824-D276-D1E1-A28D61D1CE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2304607"/>
            <a:ext cx="5181600" cy="3393373"/>
          </a:xfrm>
        </p:spPr>
      </p:pic>
      <p:pic>
        <p:nvPicPr>
          <p:cNvPr id="12" name="Inhaltsplatzhalter 11" descr="Ein Bild, das Screenshot, Text, Grafiksoftware, Multimedia-Software enthält.&#10;&#10;KI-generierte Inhalte können fehlerhaft sein.">
            <a:extLst>
              <a:ext uri="{FF2B5EF4-FFF2-40B4-BE49-F238E27FC236}">
                <a16:creationId xmlns:a16="http://schemas.microsoft.com/office/drawing/2014/main" id="{4B0F96E0-81EC-4B06-C261-C1B686329CA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302479"/>
            <a:ext cx="5181600" cy="3397630"/>
          </a:xfrm>
        </p:spPr>
      </p:pic>
    </p:spTree>
    <p:extLst>
      <p:ext uri="{BB962C8B-B14F-4D97-AF65-F5344CB8AC3E}">
        <p14:creationId xmlns:p14="http://schemas.microsoft.com/office/powerpoint/2010/main" val="2606779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C9A475-5557-8E23-90A4-02F65FCED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BO2WL_F_20048_T1_BIC</a:t>
            </a:r>
          </a:p>
        </p:txBody>
      </p:sp>
      <p:pic>
        <p:nvPicPr>
          <p:cNvPr id="6" name="Inhaltsplatzhalter 5" descr="Ein Bild, das Screenshot, Text, Multimedia-Software, Grafiksoftware enthält.&#10;&#10;KI-generierte Inhalte können fehlerhaft sein.">
            <a:extLst>
              <a:ext uri="{FF2B5EF4-FFF2-40B4-BE49-F238E27FC236}">
                <a16:creationId xmlns:a16="http://schemas.microsoft.com/office/drawing/2014/main" id="{7F89284F-ECC9-5CD6-27F3-EEA7C4C08C7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301997"/>
            <a:ext cx="5181600" cy="3398593"/>
          </a:xfrm>
        </p:spPr>
      </p:pic>
      <p:pic>
        <p:nvPicPr>
          <p:cNvPr id="9" name="Inhaltsplatzhalter 8" descr="Ein Bild, das Screenshot, Text, Grafiksoftware, Multimedia-Software enthält.&#10;&#10;KI-generierte Inhalte können fehlerhaft sein.">
            <a:extLst>
              <a:ext uri="{FF2B5EF4-FFF2-40B4-BE49-F238E27FC236}">
                <a16:creationId xmlns:a16="http://schemas.microsoft.com/office/drawing/2014/main" id="{1C9B066A-EF50-594E-00CD-684C9D691E1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2306000"/>
            <a:ext cx="5181600" cy="3390587"/>
          </a:xfrm>
        </p:spPr>
      </p:pic>
    </p:spTree>
    <p:extLst>
      <p:ext uri="{BB962C8B-B14F-4D97-AF65-F5344CB8AC3E}">
        <p14:creationId xmlns:p14="http://schemas.microsoft.com/office/powerpoint/2010/main" val="2960808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53EB-60A6-2DD5-11AB-1C07A1E38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C4234A-739E-D142-6B16-416458E8C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BO2WL_F_20050_T1_BIC</a:t>
            </a:r>
          </a:p>
        </p:txBody>
      </p:sp>
      <p:pic>
        <p:nvPicPr>
          <p:cNvPr id="6" name="Inhaltsplatzhalter 5" descr="Ein Bild, das Screenshot, medizinische Bildgebung, pränataler Ultraschall, Text enthält.&#10;&#10;KI-generierte Inhalte können fehlerhaft sein.">
            <a:extLst>
              <a:ext uri="{FF2B5EF4-FFF2-40B4-BE49-F238E27FC236}">
                <a16:creationId xmlns:a16="http://schemas.microsoft.com/office/drawing/2014/main" id="{8B2165BA-82A9-F8A2-6DDC-D211ED7A092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304690"/>
            <a:ext cx="5181600" cy="3393207"/>
          </a:xfrm>
        </p:spPr>
      </p:pic>
      <p:pic>
        <p:nvPicPr>
          <p:cNvPr id="8" name="Inhaltsplatzhalter 7" descr="Ein Bild, das Screenshot, medizinische Bildgebung, pränataler Ultraschall, Radiologie enthält.&#10;&#10;KI-generierte Inhalte können fehlerhaft sein.">
            <a:extLst>
              <a:ext uri="{FF2B5EF4-FFF2-40B4-BE49-F238E27FC236}">
                <a16:creationId xmlns:a16="http://schemas.microsoft.com/office/drawing/2014/main" id="{4B16312D-3B51-DD8F-E5DA-A00E2984DD6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2302479"/>
            <a:ext cx="5181600" cy="3397630"/>
          </a:xfrm>
        </p:spPr>
      </p:pic>
    </p:spTree>
    <p:extLst>
      <p:ext uri="{BB962C8B-B14F-4D97-AF65-F5344CB8AC3E}">
        <p14:creationId xmlns:p14="http://schemas.microsoft.com/office/powerpoint/2010/main" val="3889902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BB3FB-4640-6599-76AC-BE004EEE0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362042-C63C-2072-06EF-6D41F4B72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BO2WL_M_20010_T5_BIC</a:t>
            </a:r>
          </a:p>
        </p:txBody>
      </p:sp>
      <p:pic>
        <p:nvPicPr>
          <p:cNvPr id="6" name="Inhaltsplatzhalter 5" descr="Ein Bild, das Screenshot, Multimedia-Software, Grafiksoftware, Bearbeitung enthält.&#10;&#10;KI-generierte Inhalte können fehlerhaft sein.">
            <a:extLst>
              <a:ext uri="{FF2B5EF4-FFF2-40B4-BE49-F238E27FC236}">
                <a16:creationId xmlns:a16="http://schemas.microsoft.com/office/drawing/2014/main" id="{49F08B49-6267-3403-C946-DEB4D93FE7C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302479"/>
            <a:ext cx="5181600" cy="3397630"/>
          </a:xfrm>
        </p:spPr>
      </p:pic>
      <p:pic>
        <p:nvPicPr>
          <p:cNvPr id="12" name="Inhaltsplatzhalter 11" descr="Ein Bild, das Screenshot, Multimedia-Software, Grafiksoftware enthält.&#10;&#10;KI-generierte Inhalte können fehlerhaft sein.">
            <a:extLst>
              <a:ext uri="{FF2B5EF4-FFF2-40B4-BE49-F238E27FC236}">
                <a16:creationId xmlns:a16="http://schemas.microsoft.com/office/drawing/2014/main" id="{ED306F02-3658-BDAE-C7F1-185A71E96A4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2302479"/>
            <a:ext cx="5181600" cy="3397630"/>
          </a:xfrm>
        </p:spPr>
      </p:pic>
    </p:spTree>
    <p:extLst>
      <p:ext uri="{BB962C8B-B14F-4D97-AF65-F5344CB8AC3E}">
        <p14:creationId xmlns:p14="http://schemas.microsoft.com/office/powerpoint/2010/main" val="47770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19538-DDA2-DAF2-EFC8-CABD5D8A3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46627A-87BD-01EF-066F-B08169AD0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BO2WL_F_10089_T1_BIC</a:t>
            </a:r>
          </a:p>
        </p:txBody>
      </p:sp>
      <p:pic>
        <p:nvPicPr>
          <p:cNvPr id="6" name="Inhaltsplatzhalter 5" descr="Ein Bild, das Screenshot, Text, Multimedia-Software, Grafiksoftware enthält.&#10;&#10;KI-generierte Inhalte können fehlerhaft sein.">
            <a:extLst>
              <a:ext uri="{FF2B5EF4-FFF2-40B4-BE49-F238E27FC236}">
                <a16:creationId xmlns:a16="http://schemas.microsoft.com/office/drawing/2014/main" id="{59952294-8F5D-FD3C-74E0-F92188F2E0D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302479"/>
            <a:ext cx="5181600" cy="3397630"/>
          </a:xfrm>
        </p:spPr>
      </p:pic>
      <p:pic>
        <p:nvPicPr>
          <p:cNvPr id="12" name="Inhaltsplatzhalter 11" descr="Ein Bild, das Screenshot, Multimedia-Software, Grafiksoftware, Natur enthält.&#10;&#10;KI-generierte Inhalte können fehlerhaft sein.">
            <a:extLst>
              <a:ext uri="{FF2B5EF4-FFF2-40B4-BE49-F238E27FC236}">
                <a16:creationId xmlns:a16="http://schemas.microsoft.com/office/drawing/2014/main" id="{9B514C71-66EA-DD67-CF92-86A6956582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2304607"/>
            <a:ext cx="5181600" cy="3393373"/>
          </a:xfrm>
        </p:spPr>
      </p:pic>
    </p:spTree>
    <p:extLst>
      <p:ext uri="{BB962C8B-B14F-4D97-AF65-F5344CB8AC3E}">
        <p14:creationId xmlns:p14="http://schemas.microsoft.com/office/powerpoint/2010/main" val="3671680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AE4FB-8EBC-AA4F-B4AE-F723AFD52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72BCB3-D267-6430-F366-E1E9E4B44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BO2WL_M_10083_T1_BIC</a:t>
            </a:r>
          </a:p>
        </p:txBody>
      </p:sp>
      <p:pic>
        <p:nvPicPr>
          <p:cNvPr id="6" name="Inhaltsplatzhalter 5" descr="Ein Bild, das Text, Grafiksoftware, Multimedia-Software, Screenshot enthält.&#10;&#10;KI-generierte Inhalte können fehlerhaft sein.">
            <a:extLst>
              <a:ext uri="{FF2B5EF4-FFF2-40B4-BE49-F238E27FC236}">
                <a16:creationId xmlns:a16="http://schemas.microsoft.com/office/drawing/2014/main" id="{C09D2C07-E12A-5334-4609-1EE52FCFE9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302479"/>
            <a:ext cx="5181600" cy="3397630"/>
          </a:xfrm>
        </p:spPr>
      </p:pic>
      <p:pic>
        <p:nvPicPr>
          <p:cNvPr id="8" name="Inhaltsplatzhalter 7" descr="Ein Bild, das Screenshot, medizinische Bildgebung enthält.&#10;&#10;KI-generierte Inhalte können fehlerhaft sein.">
            <a:extLst>
              <a:ext uri="{FF2B5EF4-FFF2-40B4-BE49-F238E27FC236}">
                <a16:creationId xmlns:a16="http://schemas.microsoft.com/office/drawing/2014/main" id="{151A7EAE-8C6E-7B03-B383-9B3682257B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2302833"/>
            <a:ext cx="5181600" cy="3396922"/>
          </a:xfrm>
        </p:spPr>
      </p:pic>
    </p:spTree>
    <p:extLst>
      <p:ext uri="{BB962C8B-B14F-4D97-AF65-F5344CB8AC3E}">
        <p14:creationId xmlns:p14="http://schemas.microsoft.com/office/powerpoint/2010/main" val="587839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70E79-7324-5493-A6F2-EA5FB174D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0BF5F8-C0FC-C64E-1810-B04548FBE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BO2WL_M_10074_T1_BIC</a:t>
            </a:r>
          </a:p>
        </p:txBody>
      </p:sp>
      <p:pic>
        <p:nvPicPr>
          <p:cNvPr id="6" name="Inhaltsplatzhalter 5" descr="Ein Bild, das Text, Screenshot, Multimedia-Software, Grafiksoftware enthält.&#10;&#10;KI-generierte Inhalte können fehlerhaft sein.">
            <a:extLst>
              <a:ext uri="{FF2B5EF4-FFF2-40B4-BE49-F238E27FC236}">
                <a16:creationId xmlns:a16="http://schemas.microsoft.com/office/drawing/2014/main" id="{383F9B23-6505-0B29-5509-92BA0E5CBD8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302479"/>
            <a:ext cx="5181600" cy="3397630"/>
          </a:xfrm>
        </p:spPr>
      </p:pic>
      <p:pic>
        <p:nvPicPr>
          <p:cNvPr id="8" name="Inhaltsplatzhalter 7" descr="Ein Bild, das Screenshot, Multimedia-Software, Grafiksoftware enthält.&#10;&#10;KI-generierte Inhalte können fehlerhaft sein.">
            <a:extLst>
              <a:ext uri="{FF2B5EF4-FFF2-40B4-BE49-F238E27FC236}">
                <a16:creationId xmlns:a16="http://schemas.microsoft.com/office/drawing/2014/main" id="{09150F43-DEEB-BE0C-169B-99D9BA13FD0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2302479"/>
            <a:ext cx="5181600" cy="3397630"/>
          </a:xfrm>
        </p:spPr>
      </p:pic>
    </p:spTree>
    <p:extLst>
      <p:ext uri="{BB962C8B-B14F-4D97-AF65-F5344CB8AC3E}">
        <p14:creationId xmlns:p14="http://schemas.microsoft.com/office/powerpoint/2010/main" val="1262165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F6885-2824-1F1E-9B91-BABF76AC4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A73402-E982-ECF7-6403-6AC2C9DF5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BO2WL_F_20052_T1_TRI</a:t>
            </a:r>
          </a:p>
        </p:txBody>
      </p:sp>
      <p:pic>
        <p:nvPicPr>
          <p:cNvPr id="6" name="Inhaltsplatzhalter 5" descr="Ein Bild, das Screenshot, Grafiksoftware, Multimedia-Software enthält.&#10;&#10;KI-generierte Inhalte können fehlerhaft sein.">
            <a:extLst>
              <a:ext uri="{FF2B5EF4-FFF2-40B4-BE49-F238E27FC236}">
                <a16:creationId xmlns:a16="http://schemas.microsoft.com/office/drawing/2014/main" id="{0F66967F-F21E-2A22-CCEB-7B7F817E389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302479"/>
            <a:ext cx="5181600" cy="3397630"/>
          </a:xfrm>
        </p:spPr>
      </p:pic>
      <p:pic>
        <p:nvPicPr>
          <p:cNvPr id="8" name="Inhaltsplatzhalter 7" descr="Ein Bild, das Screenshot enthält.&#10;&#10;KI-generierte Inhalte können fehlerhaft sein.">
            <a:extLst>
              <a:ext uri="{FF2B5EF4-FFF2-40B4-BE49-F238E27FC236}">
                <a16:creationId xmlns:a16="http://schemas.microsoft.com/office/drawing/2014/main" id="{9A487963-14C8-5D97-D926-B083C33750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2303873"/>
            <a:ext cx="5181600" cy="3394841"/>
          </a:xfrm>
        </p:spPr>
      </p:pic>
    </p:spTree>
    <p:extLst>
      <p:ext uri="{BB962C8B-B14F-4D97-AF65-F5344CB8AC3E}">
        <p14:creationId xmlns:p14="http://schemas.microsoft.com/office/powerpoint/2010/main" val="3443372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95405-E558-3292-17E6-1D67F6970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7B64CD-0884-F0AE-77FA-EC811C67F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BO2WL_F_20050_T1_TRI</a:t>
            </a:r>
          </a:p>
        </p:txBody>
      </p:sp>
      <p:pic>
        <p:nvPicPr>
          <p:cNvPr id="6" name="Inhaltsplatzhalter 5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21D900FA-2925-394C-2346-6A0D190CDC5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303976"/>
            <a:ext cx="5181600" cy="3394635"/>
          </a:xfrm>
        </p:spPr>
      </p:pic>
      <p:pic>
        <p:nvPicPr>
          <p:cNvPr id="8" name="Inhaltsplatzhalter 7" descr="Ein Bild, das Screenshot, medizinische Bildgebung, pränataler Ultraschall enthält.&#10;&#10;KI-generierte Inhalte können fehlerhaft sein.">
            <a:extLst>
              <a:ext uri="{FF2B5EF4-FFF2-40B4-BE49-F238E27FC236}">
                <a16:creationId xmlns:a16="http://schemas.microsoft.com/office/drawing/2014/main" id="{0C7012FE-7ED7-FEED-E353-2C34056A4EC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2302479"/>
            <a:ext cx="5181600" cy="3397630"/>
          </a:xfrm>
        </p:spPr>
      </p:pic>
    </p:spTree>
    <p:extLst>
      <p:ext uri="{BB962C8B-B14F-4D97-AF65-F5344CB8AC3E}">
        <p14:creationId xmlns:p14="http://schemas.microsoft.com/office/powerpoint/2010/main" val="1988676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9FD7B-C91C-35B8-0F58-44D2595F8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29BCF2-1D8D-579F-50C5-161903CAA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BO2WL_F_20033_T1_TRI</a:t>
            </a:r>
          </a:p>
        </p:txBody>
      </p:sp>
      <p:pic>
        <p:nvPicPr>
          <p:cNvPr id="6" name="Inhaltsplatzhalter 5" descr="Ein Bild, das Screenshot, Text, Multimedia-Software, Grafiksoftware enthält.&#10;&#10;KI-generierte Inhalte können fehlerhaft sein.">
            <a:extLst>
              <a:ext uri="{FF2B5EF4-FFF2-40B4-BE49-F238E27FC236}">
                <a16:creationId xmlns:a16="http://schemas.microsoft.com/office/drawing/2014/main" id="{B55F02FA-160B-3372-BFA4-E8801C7ACFD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302479"/>
            <a:ext cx="5181600" cy="3397630"/>
          </a:xfrm>
        </p:spPr>
      </p:pic>
      <p:pic>
        <p:nvPicPr>
          <p:cNvPr id="8" name="Inhaltsplatzhalter 7" descr="Ein Bild, das Screenshot, medizinische Bildgebung, pränataler Ultraschall enthält.&#10;&#10;KI-generierte Inhalte können fehlerhaft sein.">
            <a:extLst>
              <a:ext uri="{FF2B5EF4-FFF2-40B4-BE49-F238E27FC236}">
                <a16:creationId xmlns:a16="http://schemas.microsoft.com/office/drawing/2014/main" id="{361F7596-C31B-F697-DB98-CBD2F9DE2B8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2306000"/>
            <a:ext cx="5181600" cy="3390587"/>
          </a:xfrm>
        </p:spPr>
      </p:pic>
    </p:spTree>
    <p:extLst>
      <p:ext uri="{BB962C8B-B14F-4D97-AF65-F5344CB8AC3E}">
        <p14:creationId xmlns:p14="http://schemas.microsoft.com/office/powerpoint/2010/main" val="235815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5FC7E-ADDA-09DB-6653-F40DC04D8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27D603-3BF7-2F0B-BA39-4F185B750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BO2WL_F_10037_T5_TRI</a:t>
            </a:r>
          </a:p>
        </p:txBody>
      </p:sp>
      <p:pic>
        <p:nvPicPr>
          <p:cNvPr id="6" name="Inhaltsplatzhalter 5" descr="Ein Bild, das Screenshot, Multimedia-Software, Grafiksoftware, Text enthält.&#10;&#10;KI-generierte Inhalte können fehlerhaft sein.">
            <a:extLst>
              <a:ext uri="{FF2B5EF4-FFF2-40B4-BE49-F238E27FC236}">
                <a16:creationId xmlns:a16="http://schemas.microsoft.com/office/drawing/2014/main" id="{158AF0F3-D09B-4B5C-B365-02ACC41725F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302479"/>
            <a:ext cx="5181600" cy="3397630"/>
          </a:xfrm>
        </p:spPr>
      </p:pic>
      <p:pic>
        <p:nvPicPr>
          <p:cNvPr id="8" name="Inhaltsplatzhalter 7" descr="Ein Bild, das Screenshot, Multimedia-Software, Grafiksoftware, Bearbeitung enthält.&#10;&#10;KI-generierte Inhalte können fehlerhaft sein.">
            <a:extLst>
              <a:ext uri="{FF2B5EF4-FFF2-40B4-BE49-F238E27FC236}">
                <a16:creationId xmlns:a16="http://schemas.microsoft.com/office/drawing/2014/main" id="{E4E8D930-EA2D-312F-70EA-78BE239E384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2302479"/>
            <a:ext cx="5181600" cy="3397630"/>
          </a:xfrm>
        </p:spPr>
      </p:pic>
    </p:spTree>
    <p:extLst>
      <p:ext uri="{BB962C8B-B14F-4D97-AF65-F5344CB8AC3E}">
        <p14:creationId xmlns:p14="http://schemas.microsoft.com/office/powerpoint/2010/main" val="3505910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FBA81-3264-44F4-A8A7-71FE95CEC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9BACFE-49C5-6452-B7FB-83A1F31D5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BO2WL_M_10083_T1_TRI</a:t>
            </a:r>
          </a:p>
        </p:txBody>
      </p:sp>
      <p:pic>
        <p:nvPicPr>
          <p:cNvPr id="6" name="Inhaltsplatzhalter 5" descr="Ein Bild, das Screenshot, Text, Wasser, Multimedia-Software enthält.&#10;&#10;KI-generierte Inhalte können fehlerhaft sein.">
            <a:extLst>
              <a:ext uri="{FF2B5EF4-FFF2-40B4-BE49-F238E27FC236}">
                <a16:creationId xmlns:a16="http://schemas.microsoft.com/office/drawing/2014/main" id="{5B247891-4EE6-5454-E886-44FBDC40EA6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302479"/>
            <a:ext cx="5181600" cy="3397630"/>
          </a:xfrm>
        </p:spPr>
      </p:pic>
      <p:pic>
        <p:nvPicPr>
          <p:cNvPr id="8" name="Inhaltsplatzhalter 7" descr="Ein Bild, das Screenshot, Multimedia-Software, Grafiksoftware, Bearbeitung enthält.&#10;&#10;KI-generierte Inhalte können fehlerhaft sein.">
            <a:extLst>
              <a:ext uri="{FF2B5EF4-FFF2-40B4-BE49-F238E27FC236}">
                <a16:creationId xmlns:a16="http://schemas.microsoft.com/office/drawing/2014/main" id="{23620495-BE0E-5859-BE78-76A424EA900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2303873"/>
            <a:ext cx="5181600" cy="3394841"/>
          </a:xfrm>
        </p:spPr>
      </p:pic>
    </p:spTree>
    <p:extLst>
      <p:ext uri="{BB962C8B-B14F-4D97-AF65-F5344CB8AC3E}">
        <p14:creationId xmlns:p14="http://schemas.microsoft.com/office/powerpoint/2010/main" val="2611518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3D8C2-2999-2698-CD2A-88EC17A75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A0DD6A-46CF-53A9-5E06-B0CA5A254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BO2WL_M_10020_T5_TRI</a:t>
            </a:r>
          </a:p>
        </p:txBody>
      </p:sp>
      <p:pic>
        <p:nvPicPr>
          <p:cNvPr id="12" name="Inhaltsplatzhalter 11" descr="Ein Bild, das Screenshot, Multimedia-Software, Grafiksoftware, Bearbeitung enthält.&#10;&#10;KI-generierte Inhalte können fehlerhaft sein.">
            <a:extLst>
              <a:ext uri="{FF2B5EF4-FFF2-40B4-BE49-F238E27FC236}">
                <a16:creationId xmlns:a16="http://schemas.microsoft.com/office/drawing/2014/main" id="{02A5261A-988B-4FA9-0B96-1ED4C7505E5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2302479"/>
            <a:ext cx="5181600" cy="3397630"/>
          </a:xfrm>
        </p:spPr>
      </p:pic>
      <p:pic>
        <p:nvPicPr>
          <p:cNvPr id="20" name="Inhaltsplatzhalter 19" descr="Ein Bild, das Screenshot, Grafiksoftware, Multimedia-Software, Bearbeitung enthält.&#10;&#10;KI-generierte Inhalte können fehlerhaft sein.">
            <a:extLst>
              <a:ext uri="{FF2B5EF4-FFF2-40B4-BE49-F238E27FC236}">
                <a16:creationId xmlns:a16="http://schemas.microsoft.com/office/drawing/2014/main" id="{D8CEA51E-B5D8-5544-CC53-CCFE9E06920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302479"/>
            <a:ext cx="5181600" cy="3397630"/>
          </a:xfrm>
        </p:spPr>
      </p:pic>
    </p:spTree>
    <p:extLst>
      <p:ext uri="{BB962C8B-B14F-4D97-AF65-F5344CB8AC3E}">
        <p14:creationId xmlns:p14="http://schemas.microsoft.com/office/powerpoint/2010/main" val="359726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2CDB5BCF737054C835CE399D9EF4A1F" ma:contentTypeVersion="14" ma:contentTypeDescription="Ein neues Dokument erstellen." ma:contentTypeScope="" ma:versionID="f6a9366dee87bddef2ea0bfbeaf3c1c7">
  <xsd:schema xmlns:xsd="http://www.w3.org/2001/XMLSchema" xmlns:xs="http://www.w3.org/2001/XMLSchema" xmlns:p="http://schemas.microsoft.com/office/2006/metadata/properties" xmlns:ns2="d924d257-3fd1-4637-aed1-904efdf55432" xmlns:ns3="ef2548d7-c0a8-44db-b29c-a495754e9528" targetNamespace="http://schemas.microsoft.com/office/2006/metadata/properties" ma:root="true" ma:fieldsID="91f0a77c4596ce4d256e1924be865a59" ns2:_="" ns3:_="">
    <xsd:import namespace="d924d257-3fd1-4637-aed1-904efdf55432"/>
    <xsd:import namespace="ef2548d7-c0a8-44db-b29c-a495754e952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24d257-3fd1-4637-aed1-904efdf554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ildmarkierungen" ma:readOnly="false" ma:fieldId="{5cf76f15-5ced-4ddc-b409-7134ff3c332f}" ma:taxonomyMulti="true" ma:sspId="329df373-136b-44ba-9368-71dd70e26d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2548d7-c0a8-44db-b29c-a495754e952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6bb16d6-881c-4acf-83dd-db81055cc63b}" ma:internalName="TaxCatchAll" ma:showField="CatchAllData" ma:web="ef2548d7-c0a8-44db-b29c-a495754e952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924d257-3fd1-4637-aed1-904efdf55432">
      <Terms xmlns="http://schemas.microsoft.com/office/infopath/2007/PartnerControls"/>
    </lcf76f155ced4ddcb4097134ff3c332f>
    <TaxCatchAll xmlns="ef2548d7-c0a8-44db-b29c-a495754e9528" xsi:nil="true"/>
  </documentManagement>
</p:properties>
</file>

<file path=customXml/itemProps1.xml><?xml version="1.0" encoding="utf-8"?>
<ds:datastoreItem xmlns:ds="http://schemas.openxmlformats.org/officeDocument/2006/customXml" ds:itemID="{9E5B930F-F162-4A47-B219-2BC382739A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24d257-3fd1-4637-aed1-904efdf55432"/>
    <ds:schemaRef ds:uri="ef2548d7-c0a8-44db-b29c-a495754e952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74ED68A-8AE6-491F-B5BA-9054183B73C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A48A08-70B6-4A54-BD0B-B5D9417BE4F0}">
  <ds:schemaRefs>
    <ds:schemaRef ds:uri="d924d257-3fd1-4637-aed1-904efdf55432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ef2548d7-c0a8-44db-b29c-a495754e9528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165</Words>
  <Application>Microsoft Macintosh PowerPoint</Application>
  <PresentationFormat>Widescreen</PresentationFormat>
  <Paragraphs>19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</vt:lpstr>
      <vt:lpstr>BO2WL ultrasound pictures</vt:lpstr>
      <vt:lpstr>BO2WL_F_10010_T5_Calf</vt:lpstr>
      <vt:lpstr>BO2WL_F_10020_T5_Calf</vt:lpstr>
      <vt:lpstr>BO2WL_F_20040_T1_Calf</vt:lpstr>
      <vt:lpstr>BO2WL_F_20050_T1_Calf</vt:lpstr>
      <vt:lpstr>BO2WL_F_10089_T1_Calf</vt:lpstr>
      <vt:lpstr>BO2WL_M_10024_T0_Calf</vt:lpstr>
      <vt:lpstr>BO2WL_F_20048_T1_BIC</vt:lpstr>
      <vt:lpstr>BO2WL_F_20050_T1_BIC</vt:lpstr>
      <vt:lpstr>BO2WL_M_20010_T5_BIC</vt:lpstr>
      <vt:lpstr>BO2WL_F_10089_T1_BIC</vt:lpstr>
      <vt:lpstr>BO2WL_M_10083_T1_BIC</vt:lpstr>
      <vt:lpstr>BO2WL_M_10074_T1_BIC</vt:lpstr>
      <vt:lpstr>BO2WL_F_20052_T1_TRI</vt:lpstr>
      <vt:lpstr>BO2WL_F_20050_T1_TRI</vt:lpstr>
      <vt:lpstr>BO2WL_F_20033_T1_TRI</vt:lpstr>
      <vt:lpstr>BO2WL_F_10037_T5_TRI</vt:lpstr>
      <vt:lpstr>BO2WL_M_10083_T1_TRI</vt:lpstr>
      <vt:lpstr>BO2WL_M_10020_T5_TRI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Ronja Romitti</dc:creator>
  <cp:lastModifiedBy>Clijsen Ron</cp:lastModifiedBy>
  <cp:revision>2</cp:revision>
  <dcterms:created xsi:type="dcterms:W3CDTF">2025-10-02T06:35:01Z</dcterms:created>
  <dcterms:modified xsi:type="dcterms:W3CDTF">2025-11-18T08:42:47Z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0x010100A2CDB5BCF737054C835CE399D9EF4A1F</vt:lpwstr>
  </property>
  <property fmtid="{D5CDD505-2E9C-101B-9397-08002B2CF9AE}" pid="3" name="MediaServiceImageTags">
    <vt:lpwstr/>
  </property>
</Properties>
</file>